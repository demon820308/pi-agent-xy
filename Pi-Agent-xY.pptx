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 Agent xY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Coding Assistant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Next.js 16 • React 19 • TypeScript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v0.6.11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Pi Agent xY?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Agent xY is a modern web-based interface for the pi coding agent. 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provides a beautiful, responsive UI for interacting with AI models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help you write, debug, and understand code faster.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20+ AI providers including OpenAI, Anthropic, Google, DeepSeek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9260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AI responses as they're generated with SSE streaming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Explorer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view files directly in the browser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40233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conversations with folders and search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Supported AI Models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13716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GPT-4o, GPT-4.1, o3, o4-mini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4 Sonnet, Claude 4 Opus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Pro, Gemini 2.5 Flash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R1, DeepSeek V3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MiniMax M2.7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Grok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OpenRouter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100+ models via proxy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Supports custom model configuration via models.json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Library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Client-Server Architecture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 communicates via REST API &amp; SSE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sessions run in-process on server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streaming via Server-Sent Events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system access for code exploration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Support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AI providers seamlessly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responses generate in 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6656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Explorer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project files without leaving the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Presets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which tools the AI can 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Levels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AI reasoning depth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Branching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conversations to explore different paths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5486400" cy="36576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@zwbigi/pi-agent-xy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5486400" cy="36576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~/.pi/agent/models.json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5486400" cy="36576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pi-agent-xy start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0400" y="3977640"/>
            <a:ext cx="5486400" cy="36576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931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http://localhost:30142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with Pi Agent xY today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github.com/demon820308/pi-web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npm: @zwbigi/pi-agent-xy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Agent xY - AI Coding Assistant</dc:title>
  <dc:subject>PptxGenJS Presentation</dc:subject>
  <dc:creator>Pi Agent xY Team</dc:creator>
  <cp:lastModifiedBy>Pi Agent xY Team</cp:lastModifiedBy>
  <cp:revision>1</cp:revision>
  <dcterms:created xsi:type="dcterms:W3CDTF">2026-05-27T05:56:51Z</dcterms:created>
  <dcterms:modified xsi:type="dcterms:W3CDTF">2026-05-27T05:56:51Z</dcterms:modified>
</cp:coreProperties>
</file>